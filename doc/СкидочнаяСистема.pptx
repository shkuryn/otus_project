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3" r:id="rId13"/>
    <p:sldId id="264" r:id="rId14"/>
    <p:sldId id="265" r:id="rId15"/>
    <p:sldId id="266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4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7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font" Target="fonts/font2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859</TotalTime>
  <Words>337</Words>
  <Application>Microsoft Office PowerPoint</Application>
  <PresentationFormat>Экран (16:9)</PresentationFormat>
  <Paragraphs>55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12</cp:revision>
  <dcterms:modified xsi:type="dcterms:W3CDTF">2025-09-24T10:25:13Z</dcterms:modified>
</cp:coreProperties>
</file>