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7" r:id="rId11"/>
    <p:sldId id="268" r:id="rId12"/>
    <p:sldId id="269" r:id="rId13"/>
    <p:sldId id="270" r:id="rId14"/>
    <p:sldId id="271" r:id="rId15"/>
    <p:sldId id="263" r:id="rId16"/>
    <p:sldId id="264" r:id="rId17"/>
    <p:sldId id="265" r:id="rId18"/>
    <p:sldId id="266" r:id="rId19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4486BE-0C09-4D71-848D-489E0893F227}">
  <a:tblStyle styleId="{EF4486BE-0C09-4D71-848D-489E0893F2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6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1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1661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3613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 fontAlgn="base"/>
            <a:r>
              <a:rPr lang="ru-RU" sz="48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  <a:b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>
          <a:blip r:embed="rId3"/>
          <a:srcRect t="664" b="664"/>
          <a:stretch/>
        </p:blipFill>
        <p:spPr>
          <a:xfrm>
            <a:off x="612503" y="2336401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Шкурин Игорь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 1С с 2005г, ведущий разрабо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тчик, технический архитектор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026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" sz="28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2800" b="1" dirty="0">
                <a:latin typeface="Roboto"/>
                <a:ea typeface="Roboto"/>
                <a:cs typeface="Roboto"/>
                <a:sym typeface="Roboto"/>
              </a:rPr>
              <a:t>ь проекта: </a:t>
            </a:r>
            <a:r>
              <a:rPr lang="ru-RU" sz="28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Реализация MVP версии организации программы лояльности на</a:t>
            </a:r>
            <a:endParaRPr lang="ru-RU" sz="28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5B9F36-8818-4377-9D18-084062F9F409}"/>
              </a:ext>
            </a:extLst>
          </p:cNvPr>
          <p:cNvSpPr txBox="1"/>
          <p:nvPr/>
        </p:nvSpPr>
        <p:spPr>
          <a:xfrm>
            <a:off x="278111" y="1425462"/>
            <a:ext cx="761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ru-RU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Легенда проекта</a:t>
            </a:r>
            <a:r>
              <a:rPr lang="en-US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endParaRPr lang="ru-BY" sz="14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87;p39">
            <a:extLst>
              <a:ext uri="{FF2B5EF4-FFF2-40B4-BE49-F238E27FC236}">
                <a16:creationId xmlns:a16="http://schemas.microsoft.com/office/drawing/2014/main" id="{6351D43B-EB89-411A-8F49-CEF97D1718A9}"/>
              </a:ext>
            </a:extLst>
          </p:cNvPr>
          <p:cNvSpPr/>
          <p:nvPr/>
        </p:nvSpPr>
        <p:spPr>
          <a:xfrm>
            <a:off x="638837" y="1807271"/>
            <a:ext cx="7523528" cy="3011347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У предприятия есть учетная ИС (1С) и мобильное приложение(МП). Необходимо организовать следующие требования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Пользователь в МП регистрирует карту лояльности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Посредством обмена через брокер сообщений карта заводится в 1С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При продажах добавляется возможность выбрать карту лояльности и при проведении начисляется кэшбек (для максимального упрощения просто 10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% </a:t>
            </a: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от суммы продажи).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Регламентным заданием через брокер сообщений пользователи в МП видят свой остаток кэшбека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Из МП пользователи могут оформить заявку на вывод средств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Заявка попадает в 1С, обрабатывается и в брокер сообщений отправляется информация о списании бонусов (дальше предполагается что эта информация обработается и неким образом средства попадут на карту привязанную к МП.</a:t>
            </a:r>
            <a:endParaRPr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853507818"/>
              </p:ext>
            </p:extLst>
          </p:nvPr>
        </p:nvGraphicFramePr>
        <p:xfrm>
          <a:off x="174810" y="1172234"/>
          <a:ext cx="8074959" cy="5094164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545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9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4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обмена между базой 1С и мобильным приложением, посредством 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организованное в регламентном задании.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сценарного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Внедрена подсистема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Оценка производительности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Git, </a:t>
                      </a: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github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bootstrap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СППР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для построения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ER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диаграммы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С4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нотации моделирования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demo.bpmn.io)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1C: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накидка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для прототипирования форм.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docker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  <a:endParaRPr sz="1600" b="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9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lang="en-US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сценарного тестирования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Внедрена подсистема Оценка производительности,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github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97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создания карты лояльности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60B7C7F-F580-4B1E-939E-7CCB9000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6773"/>
            <a:ext cx="9144000" cy="40877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начисления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5EFE1F-7779-4AF9-9890-7CE85E139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462" y="1343025"/>
            <a:ext cx="4791075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76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вывода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5492C4-3785-4F31-A7EB-7BA3FA942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3651"/>
            <a:ext cx="7819465" cy="420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079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5235A2-A6B3-4FAA-A8F9-8FB7BB55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 </a:t>
            </a:r>
            <a:r>
              <a:rPr lang="ru-RU" dirty="0"/>
              <a:t>диаграмма проекта</a:t>
            </a:r>
            <a:endParaRPr lang="ru-BY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9AF1444-C3BD-4460-B07A-88BF69864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605" y="974504"/>
            <a:ext cx="2884395" cy="367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657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5235A2-A6B3-4FAA-A8F9-8FB7BB55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 </a:t>
            </a:r>
            <a:r>
              <a:rPr lang="ru-RU" dirty="0"/>
              <a:t>диаграмма проекта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A01A56-DF8D-4024-A475-B6ACFC75D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5589" y="926975"/>
            <a:ext cx="2680977" cy="412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211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1230EC-1A52-428E-9275-21B19440D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738317"/>
          </a:xfrm>
        </p:spPr>
        <p:txBody>
          <a:bodyPr/>
          <a:lstStyle/>
          <a:p>
            <a:r>
              <a:rPr lang="ru-RU" dirty="0"/>
              <a:t>Прототипы форм</a:t>
            </a:r>
            <a:endParaRPr lang="ru-BY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7D2EB5-D8A2-45BC-8A3C-17A178271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94" y="1239146"/>
            <a:ext cx="4114800" cy="173736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AF72899-A2EB-4526-810F-1D0B86446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94" y="2976506"/>
            <a:ext cx="6858000" cy="174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737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1405128228"/>
              </p:ext>
            </p:extLst>
          </p:nvPr>
        </p:nvGraphicFramePr>
        <p:xfrm>
          <a:off x="952500" y="1718400"/>
          <a:ext cx="7239000" cy="2617096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Удалось достичь поставленных целей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Проект показался очень полезным на 9, так как удалось еще раз попрактиковаться с инструментами из прошедших ДЗ, детали многих к моменту выполнения проекта были подзабыты.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Хотел бы найти применение полученных навыков в текущей компании.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1348</TotalTime>
  <Words>345</Words>
  <Application>Microsoft Office PowerPoint</Application>
  <PresentationFormat>Экран (16:9)</PresentationFormat>
  <Paragraphs>58</Paragraphs>
  <Slides>16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Roboto</vt:lpstr>
      <vt:lpstr>Roboto Medium</vt:lpstr>
      <vt:lpstr>Arial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Организация системы лояльности на предприятии    </vt:lpstr>
      <vt:lpstr>План защиты</vt:lpstr>
      <vt:lpstr>Презентация PowerPoint</vt:lpstr>
      <vt:lpstr>Какие технологии использовались </vt:lpstr>
      <vt:lpstr>Схема процесса создания карты лояльности</vt:lpstr>
      <vt:lpstr>Схема процесса начисления кэшбека</vt:lpstr>
      <vt:lpstr>Схема процесса вывода кэшбека</vt:lpstr>
      <vt:lpstr>ER диаграмма проекта</vt:lpstr>
      <vt:lpstr>ER диаграмма проекта</vt:lpstr>
      <vt:lpstr>Прототипы форм</vt:lpstr>
      <vt:lpstr>Выводы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</dc:creator>
  <cp:lastModifiedBy>Игорь Шкурин</cp:lastModifiedBy>
  <cp:revision>20</cp:revision>
  <dcterms:modified xsi:type="dcterms:W3CDTF">2025-09-24T18:34:17Z</dcterms:modified>
</cp:coreProperties>
</file>