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0" r:id="rId2"/>
    <p:sldMasterId id="2147483681" r:id="rId3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7" r:id="rId11"/>
    <p:sldId id="268" r:id="rId12"/>
    <p:sldId id="269" r:id="rId13"/>
    <p:sldId id="270" r:id="rId14"/>
    <p:sldId id="271" r:id="rId15"/>
    <p:sldId id="263" r:id="rId16"/>
    <p:sldId id="273" r:id="rId17"/>
    <p:sldId id="274" r:id="rId18"/>
    <p:sldId id="276" r:id="rId19"/>
    <p:sldId id="275" r:id="rId20"/>
    <p:sldId id="272" r:id="rId21"/>
    <p:sldId id="264" r:id="rId22"/>
    <p:sldId id="265" r:id="rId23"/>
    <p:sldId id="266" r:id="rId24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6"/>
      <p:bold r:id="rId27"/>
      <p:italic r:id="rId28"/>
      <p:boldItalic r:id="rId29"/>
    </p:embeddedFont>
    <p:embeddedFont>
      <p:font typeface="Roboto Medium" panose="02000000000000000000" pitchFamily="2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F4486BE-0C09-4D71-848D-489E0893F227}">
  <a:tblStyle styleId="{EF4486BE-0C09-4D71-848D-489E0893F2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870" y="78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font" Target="fonts/font1.fntdata"/><Relationship Id="rId21" Type="http://schemas.openxmlformats.org/officeDocument/2006/relationships/slide" Target="slides/slide18.xml"/><Relationship Id="rId34" Type="http://schemas.openxmlformats.org/officeDocument/2006/relationships/presProps" Target="pres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font" Target="fonts/font7.fntdata"/><Relationship Id="rId37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font" Target="fonts/font3.fntdata"/><Relationship Id="rId36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font" Target="fonts/font6.fnt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viewProps" Target="viewProp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71661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36131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83468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08450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600507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96761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71127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41727d1a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41727d1a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7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2" name="Google Shape;12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.png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1"/>
          <a:stretch/>
        </p:blipFill>
        <p:spPr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433125" y="1534950"/>
            <a:ext cx="7584300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l" fontAlgn="base"/>
            <a:r>
              <a:rPr lang="ru-RU" sz="48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Организация системы лояльности на предприятии</a:t>
            </a: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886050" y="4127375"/>
            <a:ext cx="2407800" cy="4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Архитектор 1С</a:t>
            </a:r>
            <a:endParaRPr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>
              <a:buSzPts val="1100"/>
            </a:pPr>
            <a:r>
              <a:rPr lang="ru" sz="3000" dirty="0"/>
              <a:t>Тема: </a:t>
            </a:r>
            <a:r>
              <a:rPr lang="ru-RU" sz="30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Организация системы лояльности на предприятии</a:t>
            </a:r>
            <a:br>
              <a:rPr lang="ru-RU" sz="30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</a:b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4" name="Google Shape;164;p37"/>
          <p:cNvPicPr preferRelativeResize="0"/>
          <p:nvPr/>
        </p:nvPicPr>
        <p:blipFill>
          <a:blip r:embed="rId3"/>
          <a:srcRect t="664" b="664"/>
          <a:stretch/>
        </p:blipFill>
        <p:spPr>
          <a:xfrm>
            <a:off x="612503" y="2336401"/>
            <a:ext cx="2349900" cy="23187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5" name="Google Shape;165;p37"/>
          <p:cNvSpPr txBox="1"/>
          <p:nvPr/>
        </p:nvSpPr>
        <p:spPr>
          <a:xfrm>
            <a:off x="3899475" y="23364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Шкурин Игорь</a:t>
            </a:r>
            <a:endParaRPr sz="23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899475" y="2893375"/>
            <a:ext cx="31932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В 1С с 2005г, ведущий разрабо</a:t>
            </a:r>
            <a:r>
              <a:rPr lang="ru-RU" sz="1300" dirty="0">
                <a:latin typeface="Roboto Medium"/>
                <a:ea typeface="Roboto Medium"/>
                <a:cs typeface="Roboto Medium"/>
                <a:sym typeface="Roboto Medium"/>
              </a:rPr>
              <a:t>тчик, технический архитектор</a:t>
            </a:r>
            <a:endParaRPr sz="1300" dirty="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План защиты</a:t>
            </a:r>
            <a:endParaRPr/>
          </a:p>
        </p:txBody>
      </p:sp>
      <p:sp>
        <p:nvSpPr>
          <p:cNvPr id="172" name="Google Shape;172;p38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60500" y="324881"/>
            <a:ext cx="8520600" cy="1026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" sz="2800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2800" b="1" dirty="0">
                <a:latin typeface="Roboto"/>
                <a:ea typeface="Roboto"/>
                <a:cs typeface="Roboto"/>
                <a:sym typeface="Roboto"/>
              </a:rPr>
              <a:t>ь проекта: </a:t>
            </a:r>
            <a:r>
              <a:rPr lang="ru-RU" sz="28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Реализация MVP версии организации программы лояльности на</a:t>
            </a:r>
            <a:endParaRPr lang="ru-RU" sz="28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5B9F36-8818-4377-9D18-084062F9F409}"/>
              </a:ext>
            </a:extLst>
          </p:cNvPr>
          <p:cNvSpPr txBox="1"/>
          <p:nvPr/>
        </p:nvSpPr>
        <p:spPr>
          <a:xfrm>
            <a:off x="278111" y="1425462"/>
            <a:ext cx="7613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ru-RU" sz="14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Легенда проекта</a:t>
            </a:r>
            <a:r>
              <a:rPr lang="en-US" sz="14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endParaRPr lang="ru-BY" sz="14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" name="Google Shape;187;p39">
            <a:extLst>
              <a:ext uri="{FF2B5EF4-FFF2-40B4-BE49-F238E27FC236}">
                <a16:creationId xmlns:a16="http://schemas.microsoft.com/office/drawing/2014/main" id="{6351D43B-EB89-411A-8F49-CEF97D1718A9}"/>
              </a:ext>
            </a:extLst>
          </p:cNvPr>
          <p:cNvSpPr/>
          <p:nvPr/>
        </p:nvSpPr>
        <p:spPr>
          <a:xfrm>
            <a:off x="638837" y="1807271"/>
            <a:ext cx="7523528" cy="3011347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У предприятия есть учетная ИС (1С) и мобильное приложение(МП). Необходимо организовать следующие требования</a:t>
            </a:r>
            <a:r>
              <a:rPr lang="en-US" dirty="0">
                <a:latin typeface="Roboto Medium"/>
                <a:ea typeface="Roboto Medium"/>
                <a:cs typeface="Roboto Medium"/>
                <a:sym typeface="Roboto Medium"/>
              </a:rPr>
              <a:t>: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Пользователь в МП регистрирует карту лояльности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Посредством обмена через брокер сообщений карта заводится в 1С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При продажах добавляется возможность выбрать карту лояльности и при проведении начисляется кэшбек (для максимального упрощения просто 10</a:t>
            </a:r>
            <a:r>
              <a:rPr lang="en-US" dirty="0">
                <a:latin typeface="Roboto Medium"/>
                <a:ea typeface="Roboto Medium"/>
                <a:cs typeface="Roboto Medium"/>
                <a:sym typeface="Roboto Medium"/>
              </a:rPr>
              <a:t>% </a:t>
            </a: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от суммы продажи). 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Регламентным заданием через брокер сообщений пользователи в МП видят свой остаток кэшбека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Из МП пользователи могут оформить заявку на вывод средств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Заявка попадает в 1С, обрабатывается и в брокер сообщений отправляется информация о списании бонусов (дальше предполагается что эта информация обработается и неким образом средства попадут на карту привязанную к МП.</a:t>
            </a:r>
            <a:endParaRPr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Какие технологии использовались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853507818"/>
              </p:ext>
            </p:extLst>
          </p:nvPr>
        </p:nvGraphicFramePr>
        <p:xfrm>
          <a:off x="174810" y="1172234"/>
          <a:ext cx="8074959" cy="5094164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5459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290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33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4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Организация обмена между базой 1С и мобильным приложением, посредством </a:t>
                      </a: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RabbitMQ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организованное в регламентном задании.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YaxUnit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 – </a:t>
                      </a:r>
                      <a:r>
                        <a:rPr lang="ru-RU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для модульного тестирования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b="1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VanessaAutomation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для сценарного тестирования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Внедрена подсистема </a:t>
                      </a: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Оценка производительности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, для оценки производительности системы по методике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Apdex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Git, </a:t>
                      </a:r>
                      <a:r>
                        <a:rPr lang="en-US" sz="1600" b="1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github</a:t>
                      </a: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для хранения ведения кода проекта, созданному по шаблону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vanessa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bootstrap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СППР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– для построения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ER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диаграммы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С4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нотации моделирования (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demo.bpmn.io)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1C: </a:t>
                      </a: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накидка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– для прототипирования форм.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docker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ru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33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YAxUnit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 – </a:t>
                      </a:r>
                      <a:r>
                        <a:rPr lang="ru-RU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для модульного тестирования</a:t>
                      </a:r>
                      <a:endParaRPr sz="1600" b="0" dirty="0">
                        <a:solidFill>
                          <a:schemeClr val="dk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97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lang="en-US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VanessaAutomation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сценарного тестирования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786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Внедрена подсистема Оценка производительности, для оценки производительности системы по методике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Apdex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Git,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github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хранения ведения кода проекта, созданному по шаблону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bootstrap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ru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97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49" y="330724"/>
            <a:ext cx="8542597" cy="7652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Схема процесса создания карты лояльности</a:t>
            </a:r>
            <a:endParaRPr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2CFE-77FC-46E4-8AED-CBA760651592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b="0" dirty="0">
                <a:effectLst/>
              </a:rPr>
              <a:t> </a:t>
            </a:r>
            <a:endParaRPr lang="ru-BY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60B7C7F-F580-4B1E-939E-7CCB9000A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86773"/>
            <a:ext cx="9144000" cy="40877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49" y="330724"/>
            <a:ext cx="8542597" cy="7652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Схема процесса </a:t>
            </a:r>
            <a:r>
              <a:rPr lang="ru-RU" sz="3000" dirty="0"/>
              <a:t>начисления кэшбека</a:t>
            </a:r>
            <a:endParaRPr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2CFE-77FC-46E4-8AED-CBA760651592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b="0" dirty="0">
                <a:effectLst/>
              </a:rPr>
              <a:t> </a:t>
            </a:r>
            <a:endParaRPr lang="ru-BY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75EFE1F-7779-4AF9-9890-7CE85E1398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6462" y="1343025"/>
            <a:ext cx="4791075" cy="245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9765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49" y="330724"/>
            <a:ext cx="8542597" cy="7652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Схема процесса </a:t>
            </a:r>
            <a:r>
              <a:rPr lang="ru-RU" sz="3000" dirty="0"/>
              <a:t>вывода кэшбека</a:t>
            </a:r>
            <a:endParaRPr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2CFE-77FC-46E4-8AED-CBA760651592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b="0" dirty="0">
                <a:effectLst/>
              </a:rPr>
              <a:t> </a:t>
            </a:r>
            <a:endParaRPr lang="ru-BY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75492C4-3785-4F31-A7EB-7BA3FA9429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3651"/>
            <a:ext cx="7819465" cy="4209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0796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5235A2-A6B3-4FAA-A8F9-8FB7BB559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ER </a:t>
            </a:r>
            <a:r>
              <a:rPr lang="ru-RU" dirty="0"/>
              <a:t>диаграмма проекта</a:t>
            </a:r>
            <a:endParaRPr lang="ru-BY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E9AF1444-C3BD-4460-B07A-88BF69864A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605" y="974504"/>
            <a:ext cx="2884395" cy="3671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657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5235A2-A6B3-4FAA-A8F9-8FB7BB559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ER </a:t>
            </a:r>
            <a:r>
              <a:rPr lang="ru-RU" dirty="0"/>
              <a:t>диаграмма проекта</a:t>
            </a:r>
            <a:endParaRPr lang="ru-BY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3A01A56-DF8D-4024-A475-B6ACFC75D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5589" y="926975"/>
            <a:ext cx="2680977" cy="4122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2113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1230EC-1A52-428E-9275-21B19440D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738317"/>
          </a:xfrm>
        </p:spPr>
        <p:txBody>
          <a:bodyPr/>
          <a:lstStyle/>
          <a:p>
            <a:r>
              <a:rPr lang="ru-RU" dirty="0"/>
              <a:t>Прототипы форм</a:t>
            </a:r>
            <a:endParaRPr lang="ru-BY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C7D2EB5-D8A2-45BC-8A3C-17A1782717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694" y="1239146"/>
            <a:ext cx="4114800" cy="173736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AF72899-A2EB-4526-810F-1D0B86446F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394" y="2976506"/>
            <a:ext cx="6858000" cy="1744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7375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400" dirty="0"/>
              <a:t>Сценарное тестирование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8916086"/>
              </p:ext>
            </p:extLst>
          </p:nvPr>
        </p:nvGraphicFramePr>
        <p:xfrm>
          <a:off x="952500" y="1718400"/>
          <a:ext cx="7239000" cy="1775848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B65F0C6-884E-4A36-8F1A-56CA28FB1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812" y="995082"/>
            <a:ext cx="8520600" cy="414841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400" dirty="0"/>
              <a:t>Юнит тестирование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3560009983"/>
              </p:ext>
            </p:extLst>
          </p:nvPr>
        </p:nvGraphicFramePr>
        <p:xfrm>
          <a:off x="952500" y="1718400"/>
          <a:ext cx="7239000" cy="1775848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164559F-63B5-4689-93AC-61BA8AA8D3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859" y="1015253"/>
            <a:ext cx="8288991" cy="3671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8591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400" dirty="0"/>
              <a:t>Оценка производительности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3872690622"/>
              </p:ext>
            </p:extLst>
          </p:nvPr>
        </p:nvGraphicFramePr>
        <p:xfrm>
          <a:off x="952500" y="1109382"/>
          <a:ext cx="7156076" cy="2384868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4838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2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621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621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621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621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FF9FEEF-4A4C-4B37-BAFB-42BCA22904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09382"/>
            <a:ext cx="9144000" cy="3703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2270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400" dirty="0"/>
              <a:t>Оценка производительности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3826371478"/>
              </p:ext>
            </p:extLst>
          </p:nvPr>
        </p:nvGraphicFramePr>
        <p:xfrm>
          <a:off x="952500" y="1109382"/>
          <a:ext cx="7156076" cy="2384868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4838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2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621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621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621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621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5F3E7E8-4AAC-4F02-9EC5-FED971FB8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09382"/>
            <a:ext cx="9144000" cy="388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9166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400" dirty="0"/>
              <a:t>Код проекта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213" name="Google Shape;213;p42"/>
          <p:cNvGraphicFramePr/>
          <p:nvPr/>
        </p:nvGraphicFramePr>
        <p:xfrm>
          <a:off x="952500" y="1718400"/>
          <a:ext cx="7239000" cy="1775848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 проектом можно ознакомится по адресу: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https://github.com/Shkuryn/otus_project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03421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/>
              <a:t>Выводы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213" name="Google Shape;213;p42"/>
          <p:cNvGraphicFramePr/>
          <p:nvPr/>
        </p:nvGraphicFramePr>
        <p:xfrm>
          <a:off x="952500" y="1718400"/>
          <a:ext cx="7239000" cy="2617096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Удалось достичь поставленных целей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Проект показался очень полезным на 9, так как удалось еще раз попрактиковаться с инструментами из прошедших ДЗ, детали многих к моменту выполнения проекта были подзабыты.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Хотел бы найти применение полученных навыков в текущей компании.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4886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1365</TotalTime>
  <Words>373</Words>
  <Application>Microsoft Office PowerPoint</Application>
  <PresentationFormat>Экран (16:9)</PresentationFormat>
  <Paragraphs>65</Paragraphs>
  <Slides>21</Slides>
  <Notes>18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21</vt:i4>
      </vt:variant>
    </vt:vector>
  </HeadingPairs>
  <TitlesOfParts>
    <vt:vector size="28" baseType="lpstr">
      <vt:lpstr>Roboto</vt:lpstr>
      <vt:lpstr>Roboto Medium</vt:lpstr>
      <vt:lpstr>Arial</vt:lpstr>
      <vt:lpstr>Courier New</vt:lpstr>
      <vt:lpstr>Светлая тема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Организация системы лояльности на предприятии    </vt:lpstr>
      <vt:lpstr>План защиты</vt:lpstr>
      <vt:lpstr>Презентация PowerPoint</vt:lpstr>
      <vt:lpstr>Какие технологии использовались </vt:lpstr>
      <vt:lpstr>Схема процесса создания карты лояльности</vt:lpstr>
      <vt:lpstr>Схема процесса начисления кэшбека</vt:lpstr>
      <vt:lpstr>Схема процесса вывода кэшбека</vt:lpstr>
      <vt:lpstr>ER диаграмма проекта</vt:lpstr>
      <vt:lpstr>ER диаграмма проекта</vt:lpstr>
      <vt:lpstr>Прототипы форм</vt:lpstr>
      <vt:lpstr>Сценарное тестирование </vt:lpstr>
      <vt:lpstr>Юнит тестирование </vt:lpstr>
      <vt:lpstr>Оценка производительности </vt:lpstr>
      <vt:lpstr>Оценка производительности </vt:lpstr>
      <vt:lpstr>Код проекта </vt:lpstr>
      <vt:lpstr>Выводы </vt:lpstr>
      <vt:lpstr>Презентация PowerPoint</vt:lpstr>
      <vt:lpstr>Спасибо за внимание!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Igor</dc:creator>
  <cp:lastModifiedBy>Игорь Шкурин</cp:lastModifiedBy>
  <cp:revision>23</cp:revision>
  <dcterms:modified xsi:type="dcterms:W3CDTF">2025-09-24T18:51:24Z</dcterms:modified>
</cp:coreProperties>
</file>