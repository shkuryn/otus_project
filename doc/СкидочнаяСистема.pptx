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8" r:id="rId12"/>
    <p:sldId id="263" r:id="rId13"/>
    <p:sldId id="264" r:id="rId14"/>
    <p:sldId id="265" r:id="rId15"/>
    <p:sldId id="266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  <p:embeddedFont>
      <p:font typeface="Roboto Medium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4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7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font" Target="fonts/font2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166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613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начисления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5EFE1F-7779-4AF9-9890-7CE85E139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462" y="1343025"/>
            <a:ext cx="4791075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7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вывода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5492C4-3785-4F31-A7EB-7BA3FA942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3651"/>
            <a:ext cx="7819465" cy="420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079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1064</TotalTime>
  <Words>337</Words>
  <Application>Microsoft Office PowerPoint</Application>
  <PresentationFormat>Экран (16:9)</PresentationFormat>
  <Paragraphs>55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Схема процесса начисления кэшбека</vt:lpstr>
      <vt:lpstr>Схема процесса вывода кэшбека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15</cp:revision>
  <dcterms:modified xsi:type="dcterms:W3CDTF">2025-09-24T13:49:28Z</dcterms:modified>
</cp:coreProperties>
</file>