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Medium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6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font" Target="fonts/font4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667731091"/>
              </p:ext>
            </p:extLst>
          </p:nvPr>
        </p:nvGraphicFramePr>
        <p:xfrm>
          <a:off x="952500" y="2382125"/>
          <a:ext cx="7239000" cy="2380719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60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Ведение справочника карт лояльности, загрузка карт от мобильного приложения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33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Начисление кэшбэка при продажах по картам лояльности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33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вывода кэшбэка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33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5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версии организации программы лояльности на предприятии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4202918470"/>
              </p:ext>
            </p:extLst>
          </p:nvPr>
        </p:nvGraphicFramePr>
        <p:xfrm>
          <a:off x="174810" y="1172234"/>
          <a:ext cx="8074959" cy="4533332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3680645" y="990703"/>
            <a:ext cx="5151638" cy="2178707"/>
            <a:chOff x="3450575" y="752750"/>
            <a:chExt cx="5006451" cy="2031050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199565" y="956335"/>
              <a:ext cx="4065000" cy="154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 b="1" dirty="0">
                  <a:latin typeface="Roboto"/>
                  <a:ea typeface="Roboto"/>
                  <a:cs typeface="Roboto"/>
                  <a:sym typeface="Roboto"/>
                </a:rPr>
                <a:t>Разместите на слайде(-ах) </a:t>
              </a:r>
              <a:r>
                <a:rPr lang="ru" sz="1200" b="1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артефакты проекта: </a:t>
              </a:r>
              <a:endParaRPr sz="12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код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схемы (архитектура, БД)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ссылки на файлы в репозитории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скрины экранов приложения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фото или видео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Либо продемонстрируйте проект отдельно.</a:t>
              </a:r>
              <a:endParaRPr sz="1200" dirty="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263</Words>
  <Application>Microsoft Office PowerPoint</Application>
  <PresentationFormat>Экран (16:9)</PresentationFormat>
  <Paragraphs>55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5</cp:revision>
  <dcterms:modified xsi:type="dcterms:W3CDTF">2025-09-23T20:33:10Z</dcterms:modified>
</cp:coreProperties>
</file>