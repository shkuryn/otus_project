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6"/>
      <p:bold r:id="rId17"/>
      <p:italic r:id="rId18"/>
      <p:boldItalic r:id="rId19"/>
    </p:embeddedFont>
    <p:embeddedFont>
      <p:font typeface="Roboto Medium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F4486BE-0C09-4D71-848D-489E0893F227}">
  <a:tblStyle styleId="{EF4486BE-0C09-4D71-848D-489E0893F2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26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21" Type="http://schemas.openxmlformats.org/officeDocument/2006/relationships/font" Target="fonts/font6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7.xml"/><Relationship Id="rId19" Type="http://schemas.openxmlformats.org/officeDocument/2006/relationships/font" Target="fonts/font4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.png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l" fontAlgn="base"/>
            <a:r>
              <a:rPr lang="ru-RU" sz="48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886050" y="4127375"/>
            <a:ext cx="2407800" cy="4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Архитектор 1С</a:t>
            </a:r>
            <a:endParaRPr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>
              <a:buSzPts val="1100"/>
            </a:pPr>
            <a:r>
              <a:rPr lang="ru" sz="3000" dirty="0"/>
              <a:t>Тема: </a:t>
            </a:r>
            <a: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  <a:b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</a:b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4" name="Google Shape;164;p37"/>
          <p:cNvPicPr preferRelativeResize="0"/>
          <p:nvPr/>
        </p:nvPicPr>
        <p:blipFill>
          <a:blip r:embed="rId3"/>
          <a:srcRect t="664" b="664"/>
          <a:stretch/>
        </p:blipFill>
        <p:spPr>
          <a:xfrm>
            <a:off x="612503" y="2336401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Шкурин Игорь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В 1С с 2005г, ведущий разрабо</a:t>
            </a: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тчик, технический архитектор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026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" sz="28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2800" b="1" dirty="0">
                <a:latin typeface="Roboto"/>
                <a:ea typeface="Roboto"/>
                <a:cs typeface="Roboto"/>
                <a:sym typeface="Roboto"/>
              </a:rPr>
              <a:t>ь проекта: </a:t>
            </a:r>
            <a:r>
              <a:rPr lang="ru-RU" sz="28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Реализация MVP версии организации программы лояльности на</a:t>
            </a:r>
            <a:endParaRPr lang="ru-RU" sz="28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5B9F36-8818-4377-9D18-084062F9F409}"/>
              </a:ext>
            </a:extLst>
          </p:cNvPr>
          <p:cNvSpPr txBox="1"/>
          <p:nvPr/>
        </p:nvSpPr>
        <p:spPr>
          <a:xfrm>
            <a:off x="278111" y="1425462"/>
            <a:ext cx="7613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ru-RU" sz="14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Легенда проекта</a:t>
            </a:r>
            <a:r>
              <a:rPr lang="en-US" sz="14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endParaRPr lang="ru-BY" sz="14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" name="Google Shape;187;p39">
            <a:extLst>
              <a:ext uri="{FF2B5EF4-FFF2-40B4-BE49-F238E27FC236}">
                <a16:creationId xmlns:a16="http://schemas.microsoft.com/office/drawing/2014/main" id="{6351D43B-EB89-411A-8F49-CEF97D1718A9}"/>
              </a:ext>
            </a:extLst>
          </p:cNvPr>
          <p:cNvSpPr/>
          <p:nvPr/>
        </p:nvSpPr>
        <p:spPr>
          <a:xfrm>
            <a:off x="638837" y="1807271"/>
            <a:ext cx="7523528" cy="3011347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У предприятия есть учетная ИС (1С) и мобильное приложение(МП). Необходимо организовать следующие требования</a:t>
            </a:r>
            <a:r>
              <a:rPr lang="en-US" dirty="0">
                <a:latin typeface="Roboto Medium"/>
                <a:ea typeface="Roboto Medium"/>
                <a:cs typeface="Roboto Medium"/>
                <a:sym typeface="Roboto Medium"/>
              </a:rPr>
              <a:t>: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Пользователь в МП регистрирует карту лояльности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Посредством обмена через брокер сообщений карта заводится в 1С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При продажах добавляется возможность выбрать карту лояльности и при проведении начисляется кэшбек (для максимального упрощения просто 10</a:t>
            </a:r>
            <a:r>
              <a:rPr lang="en-US" dirty="0">
                <a:latin typeface="Roboto Medium"/>
                <a:ea typeface="Roboto Medium"/>
                <a:cs typeface="Roboto Medium"/>
                <a:sym typeface="Roboto Medium"/>
              </a:rPr>
              <a:t>% </a:t>
            </a: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от суммы продажи). 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Регламентным заданием через брокер сообщений пользователи в МП видят свой остаток кэшбека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Из МП пользователи могут оформить заявку на вывод средств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Заявка попадает в 1С, обрабатывается и в брокер сообщений отправляется информация о списании бонусов (дальше предполагается что эта информация обработается и неким образом средства попадут на карту привязанную к МП.</a:t>
            </a:r>
            <a:endParaRPr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853507818"/>
              </p:ext>
            </p:extLst>
          </p:nvPr>
        </p:nvGraphicFramePr>
        <p:xfrm>
          <a:off x="174810" y="1172234"/>
          <a:ext cx="8074959" cy="5094164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5459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290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4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Организация обмена между базой 1С и мобильным приложением, посредством 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RabbitMQ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организованное в регламентном задании.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сценарного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Внедрена подсистема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Оценка производительности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Git, </a:t>
                      </a: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github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bootstrap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СППР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для построения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ER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диаграммы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С4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нотации моделирования (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demo.bpmn.io)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1C: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накидка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для прототипирования форм.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docker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  <a:endParaRPr sz="1600" b="0" dirty="0">
                        <a:solidFill>
                          <a:schemeClr val="dk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97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lang="en-US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сценарного тестирования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786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Внедрена подсистема Оценка производительности,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Git,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github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bootstrap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97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Что получилось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1405128228"/>
              </p:ext>
            </p:extLst>
          </p:nvPr>
        </p:nvGraphicFramePr>
        <p:xfrm>
          <a:off x="952500" y="1718400"/>
          <a:ext cx="7239000" cy="2617096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Удалось достичь поставленных целей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Проект показался очень полезным на 9, так как удалось еще раз попрактиковаться с инструментами из прошедших ДЗ, детали многих к моменту выполнения проекта были подзабыты.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Хотел бы найти применение полученных навыков в текущей компании.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745</TotalTime>
  <Words>324</Words>
  <Application>Microsoft Office PowerPoint</Application>
  <PresentationFormat>Экран (16:9)</PresentationFormat>
  <Paragraphs>51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11</vt:i4>
      </vt:variant>
    </vt:vector>
  </HeadingPairs>
  <TitlesOfParts>
    <vt:vector size="18" baseType="lpstr">
      <vt:lpstr>Roboto</vt:lpstr>
      <vt:lpstr>Roboto Medium</vt:lpstr>
      <vt:lpstr>Arial</vt:lpstr>
      <vt:lpstr>Courier New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Организация системы лояльности на предприятии    </vt:lpstr>
      <vt:lpstr>План защиты</vt:lpstr>
      <vt:lpstr>Презентация PowerPoint</vt:lpstr>
      <vt:lpstr>Какие технологии использовались </vt:lpstr>
      <vt:lpstr>Что получилось</vt:lpstr>
      <vt:lpstr>Выводы </vt:lpstr>
      <vt:lpstr>Презентация PowerPoint</vt:lpstr>
      <vt:lpstr>Спасибо за внимание!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Igor</dc:creator>
  <cp:lastModifiedBy>Игорь Шкурин</cp:lastModifiedBy>
  <cp:revision>10</cp:revision>
  <dcterms:modified xsi:type="dcterms:W3CDTF">2025-09-24T08:30:41Z</dcterms:modified>
</cp:coreProperties>
</file>